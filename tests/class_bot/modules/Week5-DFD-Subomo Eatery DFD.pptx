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68C56-972F-4FEA-A87F-5DA799BC332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FD9E9-1782-45A5-912E-BC1ECB93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65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D9E9-1782-45A5-912E-BC1ECB934B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54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D9E9-1782-45A5-912E-BC1ECB934B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0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D9E9-1782-45A5-912E-BC1ECB934B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07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D9E9-1782-45A5-912E-BC1ECB934B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39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D9E9-1782-45A5-912E-BC1ECB934B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2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D9E9-1782-45A5-912E-BC1ECB934B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27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D9E9-1782-45A5-912E-BC1ECB934B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4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D9E9-1782-45A5-912E-BC1ECB934B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6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59" y="6029325"/>
            <a:ext cx="986682" cy="69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0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5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9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56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8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3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4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2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85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00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59" y="6029325"/>
            <a:ext cx="986682" cy="69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7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31669"/>
            <a:ext cx="9144000" cy="85883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stellar" panose="020A0402060406010301" pitchFamily="18" charset="0"/>
              </a:rPr>
              <a:t>Food Ordering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29138"/>
            <a:ext cx="9144000" cy="1655762"/>
          </a:xfrm>
        </p:spPr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435111" y="2014538"/>
            <a:ext cx="532177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ABC</a:t>
            </a:r>
            <a:r>
              <a:rPr lang="en-US" sz="8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Eatery</a:t>
            </a:r>
            <a:endParaRPr lang="en-US" sz="88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5534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0 : Context Diagram</a:t>
            </a:r>
          </a:p>
        </p:txBody>
      </p:sp>
      <p:sp>
        <p:nvSpPr>
          <p:cNvPr id="4" name="Oval 3"/>
          <p:cNvSpPr/>
          <p:nvPr/>
        </p:nvSpPr>
        <p:spPr>
          <a:xfrm>
            <a:off x="4586514" y="2380345"/>
            <a:ext cx="3018972" cy="267062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ORDERING SYSTEM</a:t>
            </a:r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108" y="6396335"/>
            <a:ext cx="3508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 Sources and Sinks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51" y="3360895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CUSTOMER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981964" y="3360895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MANAGER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05485" y="1190479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KITCHEN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605486" y="5619768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SUPPLIER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0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677"/>
            <a:ext cx="10515600" cy="1325563"/>
          </a:xfrm>
        </p:spPr>
        <p:txBody>
          <a:bodyPr/>
          <a:lstStyle/>
          <a:p>
            <a:r>
              <a:rPr lang="en-US" dirty="0"/>
              <a:t>Level 0 : Context Diagram (Final)</a:t>
            </a:r>
          </a:p>
        </p:txBody>
      </p:sp>
      <p:sp>
        <p:nvSpPr>
          <p:cNvPr id="4" name="Oval 3"/>
          <p:cNvSpPr/>
          <p:nvPr/>
        </p:nvSpPr>
        <p:spPr>
          <a:xfrm>
            <a:off x="4586514" y="2380345"/>
            <a:ext cx="3018972" cy="267062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ORDERING SYSTEM</a:t>
            </a:r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108" y="6396335"/>
            <a:ext cx="30766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 Data and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51" y="3360895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CUSTOMER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981964" y="3360895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MANAGER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05485" y="1190479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KITCHEN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605486" y="5619768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SUPPLIER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3210036" y="3188074"/>
            <a:ext cx="1376478" cy="338554"/>
            <a:chOff x="3210036" y="3223887"/>
            <a:chExt cx="1376478" cy="338554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3210036" y="3554326"/>
              <a:ext cx="137647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3263860" y="3223887"/>
              <a:ext cx="12843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Order Details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210036" y="3886451"/>
            <a:ext cx="1376478" cy="341768"/>
            <a:chOff x="3210036" y="3886451"/>
            <a:chExt cx="1376478" cy="341768"/>
          </a:xfrm>
        </p:grpSpPr>
        <p:sp>
          <p:nvSpPr>
            <p:cNvPr id="16" name="TextBox 15"/>
            <p:cNvSpPr txBox="1"/>
            <p:nvPr/>
          </p:nvSpPr>
          <p:spPr>
            <a:xfrm>
              <a:off x="3374125" y="3889665"/>
              <a:ext cx="10483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Bill Details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3210036" y="3886451"/>
              <a:ext cx="1376478" cy="64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620982" y="3215772"/>
            <a:ext cx="1376478" cy="338554"/>
            <a:chOff x="3210036" y="3222202"/>
            <a:chExt cx="1376478" cy="338554"/>
          </a:xfrm>
        </p:grpSpPr>
        <p:cxnSp>
          <p:nvCxnSpPr>
            <p:cNvPr id="24" name="Straight Arrow Connector 23"/>
            <p:cNvCxnSpPr/>
            <p:nvPr/>
          </p:nvCxnSpPr>
          <p:spPr>
            <a:xfrm>
              <a:off x="3210036" y="3554326"/>
              <a:ext cx="137647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3481526" y="3222202"/>
              <a:ext cx="8334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Reports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605485" y="3864857"/>
            <a:ext cx="1515287" cy="625638"/>
            <a:chOff x="3194539" y="3886451"/>
            <a:chExt cx="1515287" cy="234524"/>
          </a:xfrm>
        </p:grpSpPr>
        <p:sp>
          <p:nvSpPr>
            <p:cNvPr id="27" name="TextBox 26"/>
            <p:cNvSpPr txBox="1"/>
            <p:nvPr/>
          </p:nvSpPr>
          <p:spPr>
            <a:xfrm>
              <a:off x="3194539" y="3901769"/>
              <a:ext cx="1515287" cy="2192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Inventory Order</a:t>
              </a:r>
            </a:p>
            <a:p>
              <a:r>
                <a:rPr lang="en-US" sz="1600" dirty="0"/>
                <a:t>Details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H="1">
              <a:off x="3210036" y="3886451"/>
              <a:ext cx="1376478" cy="64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6096000" y="1545241"/>
            <a:ext cx="1509485" cy="835104"/>
            <a:chOff x="6096000" y="1545241"/>
            <a:chExt cx="1509485" cy="835104"/>
          </a:xfrm>
        </p:grpSpPr>
        <p:cxnSp>
          <p:nvCxnSpPr>
            <p:cNvPr id="30" name="Straight Connector 29"/>
            <p:cNvCxnSpPr>
              <a:stCxn id="4" idx="0"/>
            </p:cNvCxnSpPr>
            <p:nvPr/>
          </p:nvCxnSpPr>
          <p:spPr>
            <a:xfrm flipV="1">
              <a:off x="6096000" y="1545241"/>
              <a:ext cx="0" cy="8351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endCxn id="8" idx="1"/>
            </p:cNvCxnSpPr>
            <p:nvPr/>
          </p:nvCxnSpPr>
          <p:spPr>
            <a:xfrm>
              <a:off x="6096000" y="1545241"/>
              <a:ext cx="150948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6208580" y="1594134"/>
              <a:ext cx="12843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Order Details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096000" y="5050971"/>
            <a:ext cx="1627867" cy="954040"/>
            <a:chOff x="6096000" y="5050971"/>
            <a:chExt cx="1627867" cy="954040"/>
          </a:xfrm>
        </p:grpSpPr>
        <p:cxnSp>
          <p:nvCxnSpPr>
            <p:cNvPr id="36" name="Straight Connector 35"/>
            <p:cNvCxnSpPr>
              <a:stCxn id="4" idx="4"/>
            </p:cNvCxnSpPr>
            <p:nvPr/>
          </p:nvCxnSpPr>
          <p:spPr>
            <a:xfrm>
              <a:off x="6096000" y="5050971"/>
              <a:ext cx="0" cy="9235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endCxn id="9" idx="1"/>
            </p:cNvCxnSpPr>
            <p:nvPr/>
          </p:nvCxnSpPr>
          <p:spPr>
            <a:xfrm>
              <a:off x="6096000" y="5974530"/>
              <a:ext cx="1509486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6208580" y="5420236"/>
              <a:ext cx="151528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Inventory Order</a:t>
              </a:r>
            </a:p>
            <a:p>
              <a:r>
                <a:rPr lang="en-US" sz="1600" dirty="0"/>
                <a:t>Details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28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1 </a:t>
            </a:r>
            <a:r>
              <a:rPr lang="en-US"/>
              <a:t>: Ordering System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5134707" y="2328679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CUSTOMER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8416873" y="1348128"/>
            <a:ext cx="3018972" cy="267062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ORDER FOOD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1.0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9129825" y="4018754"/>
            <a:ext cx="1593065" cy="852184"/>
            <a:chOff x="9129825" y="4018754"/>
            <a:chExt cx="1593065" cy="852184"/>
          </a:xfrm>
        </p:grpSpPr>
        <p:cxnSp>
          <p:nvCxnSpPr>
            <p:cNvPr id="15" name="Straight Arrow Connector 14"/>
            <p:cNvCxnSpPr>
              <a:stCxn id="35" idx="4"/>
            </p:cNvCxnSpPr>
            <p:nvPr/>
          </p:nvCxnSpPr>
          <p:spPr>
            <a:xfrm>
              <a:off x="9926359" y="4018754"/>
              <a:ext cx="0" cy="852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9129825" y="4286869"/>
              <a:ext cx="15930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Inventory Details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1435845" y="2683441"/>
            <a:ext cx="416186" cy="622467"/>
            <a:chOff x="11435845" y="2683441"/>
            <a:chExt cx="416186" cy="622467"/>
          </a:xfrm>
        </p:grpSpPr>
        <p:cxnSp>
          <p:nvCxnSpPr>
            <p:cNvPr id="29" name="Straight Arrow Connector 28"/>
            <p:cNvCxnSpPr>
              <a:stCxn id="35" idx="6"/>
            </p:cNvCxnSpPr>
            <p:nvPr/>
          </p:nvCxnSpPr>
          <p:spPr>
            <a:xfrm>
              <a:off x="11435845" y="2683441"/>
              <a:ext cx="39860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35" idx="6"/>
            </p:cNvCxnSpPr>
            <p:nvPr/>
          </p:nvCxnSpPr>
          <p:spPr>
            <a:xfrm>
              <a:off x="11435845" y="2683441"/>
              <a:ext cx="416186" cy="62246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8967995" y="4949672"/>
            <a:ext cx="1916723" cy="615462"/>
            <a:chOff x="2954215" y="4870939"/>
            <a:chExt cx="1916723" cy="615462"/>
          </a:xfrm>
        </p:grpSpPr>
        <p:grpSp>
          <p:nvGrpSpPr>
            <p:cNvPr id="56" name="Group 55"/>
            <p:cNvGrpSpPr/>
            <p:nvPr/>
          </p:nvGrpSpPr>
          <p:grpSpPr>
            <a:xfrm>
              <a:off x="2954215" y="4870939"/>
              <a:ext cx="1916723" cy="615462"/>
              <a:chOff x="2954215" y="4870938"/>
              <a:chExt cx="2180492" cy="931985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2954215" y="4870938"/>
                <a:ext cx="0" cy="9319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3352800" y="4870938"/>
                <a:ext cx="0" cy="93198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2954215" y="5802923"/>
                <a:ext cx="2180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2954215" y="4870938"/>
                <a:ext cx="2180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TextBox 56"/>
            <p:cNvSpPr txBox="1"/>
            <p:nvPr/>
          </p:nvSpPr>
          <p:spPr>
            <a:xfrm>
              <a:off x="3597210" y="5042340"/>
              <a:ext cx="9811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Inventory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040395" y="2159402"/>
            <a:ext cx="1376478" cy="338554"/>
            <a:chOff x="3210036" y="3223887"/>
            <a:chExt cx="1376478" cy="338554"/>
          </a:xfrm>
        </p:grpSpPr>
        <p:cxnSp>
          <p:nvCxnSpPr>
            <p:cNvPr id="26" name="Straight Arrow Connector 25"/>
            <p:cNvCxnSpPr/>
            <p:nvPr/>
          </p:nvCxnSpPr>
          <p:spPr>
            <a:xfrm>
              <a:off x="3210036" y="3554326"/>
              <a:ext cx="137647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3263860" y="3223887"/>
              <a:ext cx="12843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Order Details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040395" y="2795786"/>
            <a:ext cx="1376478" cy="341768"/>
            <a:chOff x="3210036" y="3886451"/>
            <a:chExt cx="1376478" cy="341768"/>
          </a:xfrm>
        </p:grpSpPr>
        <p:sp>
          <p:nvSpPr>
            <p:cNvPr id="30" name="TextBox 29"/>
            <p:cNvSpPr txBox="1"/>
            <p:nvPr/>
          </p:nvSpPr>
          <p:spPr>
            <a:xfrm>
              <a:off x="3374125" y="3889665"/>
              <a:ext cx="10483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Bill Details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H="1">
              <a:off x="3210036" y="3886451"/>
              <a:ext cx="1376478" cy="64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34" y="3572786"/>
            <a:ext cx="5534466" cy="296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9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1 </a:t>
            </a:r>
            <a:r>
              <a:rPr lang="en-US"/>
              <a:t>: Ordering System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8498919" y="2478914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KITCHEN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7139338" y="2495122"/>
            <a:ext cx="1758165" cy="1839772"/>
            <a:chOff x="7139338" y="2495122"/>
            <a:chExt cx="1758165" cy="1839772"/>
          </a:xfrm>
        </p:grpSpPr>
        <p:grpSp>
          <p:nvGrpSpPr>
            <p:cNvPr id="8" name="Group 7"/>
            <p:cNvGrpSpPr/>
            <p:nvPr/>
          </p:nvGrpSpPr>
          <p:grpSpPr>
            <a:xfrm>
              <a:off x="7139338" y="2824118"/>
              <a:ext cx="1758165" cy="1510776"/>
              <a:chOff x="7139338" y="2824118"/>
              <a:chExt cx="1758165" cy="1510776"/>
            </a:xfrm>
          </p:grpSpPr>
          <p:cxnSp>
            <p:nvCxnSpPr>
              <p:cNvPr id="5" name="Straight Arrow Connector 4"/>
              <p:cNvCxnSpPr>
                <a:stCxn id="35" idx="6"/>
                <a:endCxn id="22" idx="1"/>
              </p:cNvCxnSpPr>
              <p:nvPr/>
            </p:nvCxnSpPr>
            <p:spPr>
              <a:xfrm>
                <a:off x="7139338" y="2824118"/>
                <a:ext cx="1359581" cy="95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stCxn id="35" idx="6"/>
              </p:cNvCxnSpPr>
              <p:nvPr/>
            </p:nvCxnSpPr>
            <p:spPr>
              <a:xfrm>
                <a:off x="7139338" y="2824118"/>
                <a:ext cx="1758165" cy="1510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/>
            <p:cNvSpPr txBox="1"/>
            <p:nvPr/>
          </p:nvSpPr>
          <p:spPr>
            <a:xfrm>
              <a:off x="7197248" y="2495122"/>
              <a:ext cx="12843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Order Details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83412" y="3468833"/>
              <a:ext cx="12843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Order Details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7868407" y="4372367"/>
            <a:ext cx="1916723" cy="615462"/>
            <a:chOff x="2954215" y="4870939"/>
            <a:chExt cx="1916723" cy="615462"/>
          </a:xfrm>
        </p:grpSpPr>
        <p:grpSp>
          <p:nvGrpSpPr>
            <p:cNvPr id="50" name="Group 49"/>
            <p:cNvGrpSpPr/>
            <p:nvPr/>
          </p:nvGrpSpPr>
          <p:grpSpPr>
            <a:xfrm>
              <a:off x="2954215" y="4870939"/>
              <a:ext cx="1916723" cy="615462"/>
              <a:chOff x="2954215" y="4870938"/>
              <a:chExt cx="2180492" cy="931985"/>
            </a:xfrm>
          </p:grpSpPr>
          <p:cxnSp>
            <p:nvCxnSpPr>
              <p:cNvPr id="52" name="Straight Connector 51"/>
              <p:cNvCxnSpPr/>
              <p:nvPr/>
            </p:nvCxnSpPr>
            <p:spPr>
              <a:xfrm>
                <a:off x="2954215" y="4870938"/>
                <a:ext cx="0" cy="9319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3352800" y="4870938"/>
                <a:ext cx="0" cy="93198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2954215" y="5802923"/>
                <a:ext cx="2180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2954215" y="4870938"/>
                <a:ext cx="2180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/>
            <p:cNvSpPr txBox="1"/>
            <p:nvPr/>
          </p:nvSpPr>
          <p:spPr>
            <a:xfrm>
              <a:off x="3597210" y="5042340"/>
              <a:ext cx="6723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Order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38200" y="1488805"/>
            <a:ext cx="6301138" cy="4098656"/>
            <a:chOff x="838200" y="1488805"/>
            <a:chExt cx="6301138" cy="4098656"/>
          </a:xfrm>
        </p:grpSpPr>
        <p:grpSp>
          <p:nvGrpSpPr>
            <p:cNvPr id="13" name="Group 12"/>
            <p:cNvGrpSpPr/>
            <p:nvPr/>
          </p:nvGrpSpPr>
          <p:grpSpPr>
            <a:xfrm>
              <a:off x="838200" y="1488805"/>
              <a:ext cx="6301138" cy="4098656"/>
              <a:chOff x="838200" y="1488805"/>
              <a:chExt cx="6301138" cy="4098656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838200" y="1488805"/>
                <a:ext cx="6301138" cy="3522810"/>
                <a:chOff x="5134707" y="1348128"/>
                <a:chExt cx="6301138" cy="3522810"/>
              </a:xfrm>
            </p:grpSpPr>
            <p:sp>
              <p:nvSpPr>
                <p:cNvPr id="31" name="Rectangle 30"/>
                <p:cNvSpPr/>
                <p:nvPr/>
              </p:nvSpPr>
              <p:spPr>
                <a:xfrm>
                  <a:off x="5134707" y="2328679"/>
                  <a:ext cx="1922585" cy="709525"/>
                </a:xfrm>
                <a:prstGeom prst="rect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/>
                      </a:solidFill>
                    </a:rPr>
                    <a:t>CUSTOMER</a:t>
                  </a:r>
                  <a:endParaRPr lang="en-US" dirty="0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8416873" y="1348128"/>
                  <a:ext cx="3018972" cy="2670626"/>
                </a:xfrm>
                <a:prstGeom prst="ellipse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/>
                      </a:solidFill>
                    </a:rPr>
                    <a:t>ORDER FOOD</a:t>
                  </a:r>
                </a:p>
                <a:p>
                  <a:pPr algn="ctr"/>
                  <a:r>
                    <a:rPr lang="en-US" sz="2400" b="1" dirty="0">
                      <a:solidFill>
                        <a:schemeClr val="tx1"/>
                      </a:solidFill>
                    </a:rPr>
                    <a:t>1.0</a:t>
                  </a:r>
                </a:p>
              </p:txBody>
            </p:sp>
            <p:grpSp>
              <p:nvGrpSpPr>
                <p:cNvPr id="20" name="Group 19"/>
                <p:cNvGrpSpPr/>
                <p:nvPr/>
              </p:nvGrpSpPr>
              <p:grpSpPr>
                <a:xfrm>
                  <a:off x="9129825" y="4018754"/>
                  <a:ext cx="1593065" cy="852184"/>
                  <a:chOff x="9129825" y="4018754"/>
                  <a:chExt cx="1593065" cy="852184"/>
                </a:xfrm>
              </p:grpSpPr>
              <p:cxnSp>
                <p:nvCxnSpPr>
                  <p:cNvPr id="15" name="Straight Arrow Connector 14"/>
                  <p:cNvCxnSpPr>
                    <a:stCxn id="35" idx="4"/>
                  </p:cNvCxnSpPr>
                  <p:nvPr/>
                </p:nvCxnSpPr>
                <p:spPr>
                  <a:xfrm>
                    <a:off x="9926359" y="4018754"/>
                    <a:ext cx="0" cy="85218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" name="TextBox 45"/>
                  <p:cNvSpPr txBox="1"/>
                  <p:nvPr/>
                </p:nvSpPr>
                <p:spPr>
                  <a:xfrm>
                    <a:off x="9129825" y="4286869"/>
                    <a:ext cx="159306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dirty="0"/>
                      <a:t>Inventory Details</a:t>
                    </a:r>
                  </a:p>
                </p:txBody>
              </p:sp>
            </p:grpSp>
          </p:grpSp>
          <p:grpSp>
            <p:nvGrpSpPr>
              <p:cNvPr id="32" name="Group 31"/>
              <p:cNvGrpSpPr/>
              <p:nvPr/>
            </p:nvGrpSpPr>
            <p:grpSpPr>
              <a:xfrm>
                <a:off x="4671488" y="4971999"/>
                <a:ext cx="1916723" cy="615462"/>
                <a:chOff x="2954215" y="4870939"/>
                <a:chExt cx="1916723" cy="615462"/>
              </a:xfrm>
            </p:grpSpPr>
            <p:grpSp>
              <p:nvGrpSpPr>
                <p:cNvPr id="33" name="Group 32"/>
                <p:cNvGrpSpPr/>
                <p:nvPr/>
              </p:nvGrpSpPr>
              <p:grpSpPr>
                <a:xfrm>
                  <a:off x="2954215" y="4870939"/>
                  <a:ext cx="1916723" cy="615462"/>
                  <a:chOff x="2954215" y="4870938"/>
                  <a:chExt cx="2180492" cy="931985"/>
                </a:xfrm>
              </p:grpSpPr>
              <p:cxnSp>
                <p:nvCxnSpPr>
                  <p:cNvPr id="36" name="Straight Connector 35"/>
                  <p:cNvCxnSpPr/>
                  <p:nvPr/>
                </p:nvCxnSpPr>
                <p:spPr>
                  <a:xfrm>
                    <a:off x="2954215" y="4870938"/>
                    <a:ext cx="0" cy="93198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3352800" y="4870938"/>
                    <a:ext cx="0" cy="931985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2954215" y="5802923"/>
                    <a:ext cx="218049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2954215" y="4870938"/>
                    <a:ext cx="218049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" name="TextBox 33"/>
                <p:cNvSpPr txBox="1"/>
                <p:nvPr/>
              </p:nvSpPr>
              <p:spPr>
                <a:xfrm>
                  <a:off x="3597210" y="5042340"/>
                  <a:ext cx="98110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Inventory</a:t>
                  </a:r>
                </a:p>
              </p:txBody>
            </p:sp>
          </p:grpSp>
        </p:grpSp>
        <p:grpSp>
          <p:nvGrpSpPr>
            <p:cNvPr id="48" name="Group 47"/>
            <p:cNvGrpSpPr/>
            <p:nvPr/>
          </p:nvGrpSpPr>
          <p:grpSpPr>
            <a:xfrm>
              <a:off x="2743888" y="2999960"/>
              <a:ext cx="1376478" cy="341768"/>
              <a:chOff x="3210036" y="3886451"/>
              <a:chExt cx="1376478" cy="341768"/>
            </a:xfrm>
          </p:grpSpPr>
          <p:sp>
            <p:nvSpPr>
              <p:cNvPr id="49" name="TextBox 48"/>
              <p:cNvSpPr txBox="1"/>
              <p:nvPr/>
            </p:nvSpPr>
            <p:spPr>
              <a:xfrm>
                <a:off x="3374125" y="3889665"/>
                <a:ext cx="10483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Bill Details</a:t>
                </a:r>
              </a:p>
            </p:txBody>
          </p:sp>
          <p:cxnSp>
            <p:nvCxnSpPr>
              <p:cNvPr id="56" name="Straight Arrow Connector 55"/>
              <p:cNvCxnSpPr/>
              <p:nvPr/>
            </p:nvCxnSpPr>
            <p:spPr>
              <a:xfrm flipH="1">
                <a:off x="3210036" y="3886451"/>
                <a:ext cx="1376478" cy="642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/>
            <p:cNvGrpSpPr/>
            <p:nvPr/>
          </p:nvGrpSpPr>
          <p:grpSpPr>
            <a:xfrm>
              <a:off x="2760785" y="2300079"/>
              <a:ext cx="1376478" cy="338554"/>
              <a:chOff x="3210036" y="3223887"/>
              <a:chExt cx="1376478" cy="338554"/>
            </a:xfrm>
          </p:grpSpPr>
          <p:cxnSp>
            <p:nvCxnSpPr>
              <p:cNvPr id="58" name="Straight Arrow Connector 57"/>
              <p:cNvCxnSpPr/>
              <p:nvPr/>
            </p:nvCxnSpPr>
            <p:spPr>
              <a:xfrm>
                <a:off x="3210036" y="3554326"/>
                <a:ext cx="137647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/>
              <p:cNvSpPr txBox="1"/>
              <p:nvPr/>
            </p:nvSpPr>
            <p:spPr>
              <a:xfrm>
                <a:off x="3263860" y="3223887"/>
                <a:ext cx="12843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Order Details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418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1 </a:t>
            </a:r>
            <a:r>
              <a:rPr lang="en-US"/>
              <a:t>: Ordering System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4211436" y="3310365"/>
            <a:ext cx="3018972" cy="267062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GENERATE REPORT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2.0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924388" y="1027906"/>
            <a:ext cx="1593065" cy="852184"/>
            <a:chOff x="9129825" y="4018754"/>
            <a:chExt cx="1593065" cy="852184"/>
          </a:xfrm>
        </p:grpSpPr>
        <p:cxnSp>
          <p:nvCxnSpPr>
            <p:cNvPr id="15" name="Straight Arrow Connector 14"/>
            <p:cNvCxnSpPr>
              <a:stCxn id="35" idx="4"/>
            </p:cNvCxnSpPr>
            <p:nvPr/>
          </p:nvCxnSpPr>
          <p:spPr>
            <a:xfrm>
              <a:off x="9926359" y="4018754"/>
              <a:ext cx="0" cy="852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9129825" y="4286869"/>
              <a:ext cx="15930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Inventory Details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924388" y="2533986"/>
            <a:ext cx="3612969" cy="751692"/>
            <a:chOff x="4924391" y="2558673"/>
            <a:chExt cx="3612969" cy="751692"/>
          </a:xfrm>
        </p:grpSpPr>
        <p:cxnSp>
          <p:nvCxnSpPr>
            <p:cNvPr id="9" name="Straight Arrow Connector 8"/>
            <p:cNvCxnSpPr>
              <a:endCxn id="35" idx="0"/>
            </p:cNvCxnSpPr>
            <p:nvPr/>
          </p:nvCxnSpPr>
          <p:spPr>
            <a:xfrm flipH="1">
              <a:off x="5720922" y="2558673"/>
              <a:ext cx="2" cy="7516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endCxn id="35" idx="0"/>
            </p:cNvCxnSpPr>
            <p:nvPr/>
          </p:nvCxnSpPr>
          <p:spPr>
            <a:xfrm flipH="1">
              <a:off x="5720922" y="2558960"/>
              <a:ext cx="2816438" cy="7514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4924391" y="2765242"/>
              <a:ext cx="15930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Inventory Details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080166" y="2782504"/>
              <a:ext cx="12843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Order Details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762561" y="1887454"/>
            <a:ext cx="1916723" cy="615462"/>
            <a:chOff x="2954215" y="4870939"/>
            <a:chExt cx="1916723" cy="615462"/>
          </a:xfrm>
        </p:grpSpPr>
        <p:grpSp>
          <p:nvGrpSpPr>
            <p:cNvPr id="34" name="Group 33"/>
            <p:cNvGrpSpPr/>
            <p:nvPr/>
          </p:nvGrpSpPr>
          <p:grpSpPr>
            <a:xfrm>
              <a:off x="2954215" y="4870939"/>
              <a:ext cx="1916723" cy="615462"/>
              <a:chOff x="2954215" y="4870938"/>
              <a:chExt cx="2180492" cy="931985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2954215" y="4870938"/>
                <a:ext cx="0" cy="9319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3352800" y="4870938"/>
                <a:ext cx="0" cy="93198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2954215" y="5802923"/>
                <a:ext cx="2180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2954215" y="4870938"/>
                <a:ext cx="2180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/>
            <p:cNvSpPr txBox="1"/>
            <p:nvPr/>
          </p:nvSpPr>
          <p:spPr>
            <a:xfrm>
              <a:off x="3597210" y="5042340"/>
              <a:ext cx="9811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Inventory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7722326" y="1918524"/>
            <a:ext cx="1916723" cy="615462"/>
            <a:chOff x="2954215" y="4870939"/>
            <a:chExt cx="1916723" cy="615462"/>
          </a:xfrm>
        </p:grpSpPr>
        <p:grpSp>
          <p:nvGrpSpPr>
            <p:cNvPr id="49" name="Group 48"/>
            <p:cNvGrpSpPr/>
            <p:nvPr/>
          </p:nvGrpSpPr>
          <p:grpSpPr>
            <a:xfrm>
              <a:off x="2954215" y="4870939"/>
              <a:ext cx="1916723" cy="615462"/>
              <a:chOff x="2954215" y="4870938"/>
              <a:chExt cx="2180492" cy="931985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2954215" y="4870938"/>
                <a:ext cx="0" cy="9319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3352800" y="4870938"/>
                <a:ext cx="0" cy="93198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2954215" y="5802923"/>
                <a:ext cx="2180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2954215" y="4870938"/>
                <a:ext cx="2180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/>
            <p:cNvSpPr txBox="1"/>
            <p:nvPr/>
          </p:nvSpPr>
          <p:spPr>
            <a:xfrm>
              <a:off x="3597210" y="5042340"/>
              <a:ext cx="6723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Order</a:t>
              </a:r>
            </a:p>
          </p:txBody>
        </p:sp>
      </p:grpSp>
      <p:sp>
        <p:nvSpPr>
          <p:cNvPr id="55" name="Rectangle 54"/>
          <p:cNvSpPr/>
          <p:nvPr/>
        </p:nvSpPr>
        <p:spPr>
          <a:xfrm>
            <a:off x="8606886" y="4290915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MANAGER</a:t>
            </a:r>
            <a:endParaRPr lang="en-US" dirty="0"/>
          </a:p>
        </p:txBody>
      </p:sp>
      <p:grpSp>
        <p:nvGrpSpPr>
          <p:cNvPr id="56" name="Group 55"/>
          <p:cNvGrpSpPr/>
          <p:nvPr/>
        </p:nvGrpSpPr>
        <p:grpSpPr>
          <a:xfrm>
            <a:off x="7230408" y="4121638"/>
            <a:ext cx="1376478" cy="338554"/>
            <a:chOff x="3210036" y="3222202"/>
            <a:chExt cx="1376478" cy="338554"/>
          </a:xfrm>
        </p:grpSpPr>
        <p:cxnSp>
          <p:nvCxnSpPr>
            <p:cNvPr id="57" name="Straight Arrow Connector 56"/>
            <p:cNvCxnSpPr/>
            <p:nvPr/>
          </p:nvCxnSpPr>
          <p:spPr>
            <a:xfrm>
              <a:off x="3210036" y="3554326"/>
              <a:ext cx="137647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3481526" y="3222202"/>
              <a:ext cx="8334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Reports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881405" y="5000440"/>
            <a:ext cx="1515287" cy="980551"/>
            <a:chOff x="8881405" y="5000440"/>
            <a:chExt cx="1515287" cy="980551"/>
          </a:xfrm>
        </p:grpSpPr>
        <p:cxnSp>
          <p:nvCxnSpPr>
            <p:cNvPr id="17" name="Straight Arrow Connector 16"/>
            <p:cNvCxnSpPr>
              <a:stCxn id="55" idx="2"/>
            </p:cNvCxnSpPr>
            <p:nvPr/>
          </p:nvCxnSpPr>
          <p:spPr>
            <a:xfrm flipH="1">
              <a:off x="9568178" y="5000440"/>
              <a:ext cx="1" cy="9805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8881405" y="5134214"/>
              <a:ext cx="1515287" cy="584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Inventory Order</a:t>
              </a:r>
            </a:p>
            <a:p>
              <a:r>
                <a:rPr lang="en-US" sz="1600" dirty="0"/>
                <a:t>Details</a:t>
              </a: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46" y="1314992"/>
            <a:ext cx="4421723" cy="236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3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1 </a:t>
            </a:r>
            <a:r>
              <a:rPr lang="en-US"/>
              <a:t>: Ordering System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666" y="1341926"/>
            <a:ext cx="5878918" cy="261461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948705" y="3956539"/>
            <a:ext cx="2915419" cy="255856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INVENTORY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3.0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864125" y="2831123"/>
            <a:ext cx="1928184" cy="2443145"/>
            <a:chOff x="6864125" y="2831123"/>
            <a:chExt cx="1928184" cy="2443145"/>
          </a:xfrm>
        </p:grpSpPr>
        <p:cxnSp>
          <p:nvCxnSpPr>
            <p:cNvPr id="7" name="Straight Connector 6"/>
            <p:cNvCxnSpPr/>
            <p:nvPr/>
          </p:nvCxnSpPr>
          <p:spPr>
            <a:xfrm flipH="1">
              <a:off x="8774723" y="2831123"/>
              <a:ext cx="17586" cy="24431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>
              <a:off x="6864125" y="5274268"/>
              <a:ext cx="191059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458832" y="4937089"/>
            <a:ext cx="1922585" cy="7095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SUPPLIER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2355641" y="4707076"/>
            <a:ext cx="1593064" cy="584776"/>
            <a:chOff x="2355641" y="4707076"/>
            <a:chExt cx="1593064" cy="584776"/>
          </a:xfrm>
        </p:grpSpPr>
        <p:cxnSp>
          <p:nvCxnSpPr>
            <p:cNvPr id="15" name="Straight Arrow Connector 14"/>
            <p:cNvCxnSpPr>
              <a:stCxn id="8" idx="2"/>
              <a:endCxn id="13" idx="3"/>
            </p:cNvCxnSpPr>
            <p:nvPr/>
          </p:nvCxnSpPr>
          <p:spPr>
            <a:xfrm flipH="1">
              <a:off x="2381417" y="5235820"/>
              <a:ext cx="1567288" cy="560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355641" y="4707076"/>
              <a:ext cx="151528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Inventory Order</a:t>
              </a:r>
            </a:p>
            <a:p>
              <a:r>
                <a:rPr lang="en-US" sz="1600" dirty="0"/>
                <a:t>Details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331601" y="1920701"/>
            <a:ext cx="2044057" cy="2439715"/>
            <a:chOff x="2331601" y="1920701"/>
            <a:chExt cx="2044057" cy="2439715"/>
          </a:xfrm>
        </p:grpSpPr>
        <p:cxnSp>
          <p:nvCxnSpPr>
            <p:cNvPr id="19" name="Straight Connector 18"/>
            <p:cNvCxnSpPr>
              <a:stCxn id="8" idx="1"/>
            </p:cNvCxnSpPr>
            <p:nvPr/>
          </p:nvCxnSpPr>
          <p:spPr>
            <a:xfrm flipH="1">
              <a:off x="2355642" y="4331232"/>
              <a:ext cx="2020016" cy="210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2355641" y="1920701"/>
              <a:ext cx="25776" cy="24316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331601" y="4021862"/>
              <a:ext cx="15930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Inventory Details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423055" y="1291535"/>
            <a:ext cx="1916723" cy="615462"/>
            <a:chOff x="2954215" y="4870939"/>
            <a:chExt cx="1916723" cy="615462"/>
          </a:xfrm>
        </p:grpSpPr>
        <p:grpSp>
          <p:nvGrpSpPr>
            <p:cNvPr id="25" name="Group 24"/>
            <p:cNvGrpSpPr/>
            <p:nvPr/>
          </p:nvGrpSpPr>
          <p:grpSpPr>
            <a:xfrm>
              <a:off x="2954215" y="4870939"/>
              <a:ext cx="1916723" cy="615462"/>
              <a:chOff x="2954215" y="4870938"/>
              <a:chExt cx="2180492" cy="931985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2954215" y="4870938"/>
                <a:ext cx="0" cy="9319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352800" y="4870938"/>
                <a:ext cx="0" cy="93198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2954215" y="5802923"/>
                <a:ext cx="2180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2954215" y="4870938"/>
                <a:ext cx="2180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/>
            <p:cNvSpPr txBox="1"/>
            <p:nvPr/>
          </p:nvSpPr>
          <p:spPr>
            <a:xfrm>
              <a:off x="3597210" y="5042340"/>
              <a:ext cx="9811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Inventory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476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649" y="936257"/>
            <a:ext cx="5766253" cy="25780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107" y="176212"/>
            <a:ext cx="10515600" cy="1325563"/>
          </a:xfrm>
        </p:spPr>
        <p:txBody>
          <a:bodyPr/>
          <a:lstStyle/>
          <a:p>
            <a:r>
              <a:rPr lang="en-US" dirty="0"/>
              <a:t>Level 1 </a:t>
            </a:r>
            <a:r>
              <a:rPr lang="en-US"/>
              <a:t>: Ordering System </a:t>
            </a:r>
            <a:r>
              <a:rPr lang="en-US" dirty="0"/>
              <a:t>(Final)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558322" y="3165231"/>
            <a:ext cx="5180865" cy="3735381"/>
            <a:chOff x="3558322" y="3165231"/>
            <a:chExt cx="5180865" cy="3735381"/>
          </a:xfrm>
        </p:grpSpPr>
        <p:grpSp>
          <p:nvGrpSpPr>
            <p:cNvPr id="15" name="Group 14"/>
            <p:cNvGrpSpPr/>
            <p:nvPr/>
          </p:nvGrpSpPr>
          <p:grpSpPr>
            <a:xfrm>
              <a:off x="5253037" y="3165231"/>
              <a:ext cx="3486150" cy="2128588"/>
              <a:chOff x="5253037" y="3393831"/>
              <a:chExt cx="3486150" cy="2128588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3037" y="3665044"/>
                <a:ext cx="3486150" cy="1857375"/>
              </a:xfrm>
              <a:prstGeom prst="rect">
                <a:avLst/>
              </a:prstGeom>
            </p:spPr>
          </p:pic>
          <p:cxnSp>
            <p:nvCxnSpPr>
              <p:cNvPr id="14" name="Straight Connector 13"/>
              <p:cNvCxnSpPr/>
              <p:nvPr/>
            </p:nvCxnSpPr>
            <p:spPr>
              <a:xfrm flipV="1">
                <a:off x="7227277" y="3393831"/>
                <a:ext cx="1072661" cy="31322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8322" y="5271837"/>
              <a:ext cx="4695825" cy="1628775"/>
            </a:xfrm>
            <a:prstGeom prst="rect">
              <a:avLst/>
            </a:prstGeom>
          </p:spPr>
        </p:pic>
      </p:grpSp>
      <p:cxnSp>
        <p:nvCxnSpPr>
          <p:cNvPr id="19" name="Straight Connector 18"/>
          <p:cNvCxnSpPr/>
          <p:nvPr/>
        </p:nvCxnSpPr>
        <p:spPr>
          <a:xfrm flipV="1">
            <a:off x="4677508" y="3288323"/>
            <a:ext cx="0" cy="221566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4677508" y="3288326"/>
            <a:ext cx="87923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01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145</Words>
  <Application>Microsoft Office PowerPoint</Application>
  <PresentationFormat>Widescreen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Castellar</vt:lpstr>
      <vt:lpstr>Office Theme</vt:lpstr>
      <vt:lpstr>Food Ordering System</vt:lpstr>
      <vt:lpstr>Level 0 : Context Diagram</vt:lpstr>
      <vt:lpstr>Level 0 : Context Diagram (Final)</vt:lpstr>
      <vt:lpstr>Level 1 : Ordering System</vt:lpstr>
      <vt:lpstr>Level 1 : Ordering System</vt:lpstr>
      <vt:lpstr>Level 1 : Ordering System</vt:lpstr>
      <vt:lpstr>Level 1 : Ordering System</vt:lpstr>
      <vt:lpstr>Level 1 : Ordering System (Final)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Ordering System</dc:title>
  <dc:creator>lenovo</dc:creator>
  <cp:lastModifiedBy>Arcangel, Noreen</cp:lastModifiedBy>
  <cp:revision>27</cp:revision>
  <dcterms:created xsi:type="dcterms:W3CDTF">2017-02-19T03:03:08Z</dcterms:created>
  <dcterms:modified xsi:type="dcterms:W3CDTF">2022-10-12T04:57:35Z</dcterms:modified>
</cp:coreProperties>
</file>