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60"/>
  </p:normalViewPr>
  <p:slideViewPr>
    <p:cSldViewPr snapToGrid="0">
      <p:cViewPr varScale="1">
        <p:scale>
          <a:sx n="75" d="100"/>
          <a:sy n="75" d="100"/>
        </p:scale>
        <p:origin x="41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15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811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501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7/11/2020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602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39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990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978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7/11/2020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195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19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7/11/2020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645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562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59" y="6029325"/>
            <a:ext cx="986682" cy="69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967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Software Engineering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Requirements Determination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769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Requirements Determination -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068643"/>
            <a:ext cx="8596668" cy="4497048"/>
          </a:xfrm>
        </p:spPr>
        <p:txBody>
          <a:bodyPr>
            <a:normAutofit/>
          </a:bodyPr>
          <a:lstStyle/>
          <a:p>
            <a:pPr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customers provide the specific </a:t>
            </a:r>
            <a:r>
              <a:rPr lang="en-US" dirty="0" smtClean="0"/>
              <a:t>business knowledge </a:t>
            </a:r>
            <a:r>
              <a:rPr lang="en-US" dirty="0"/>
              <a:t>in describing the need for a </a:t>
            </a:r>
            <a:r>
              <a:rPr lang="en-US" dirty="0" smtClean="0"/>
              <a:t>product or service.</a:t>
            </a:r>
          </a:p>
          <a:p>
            <a:r>
              <a:rPr lang="en-US" dirty="0"/>
              <a:t>Requirements determination must </a:t>
            </a:r>
            <a:r>
              <a:rPr lang="en-US" dirty="0" smtClean="0"/>
              <a:t>be adaptable </a:t>
            </a:r>
            <a:r>
              <a:rPr lang="en-US" dirty="0"/>
              <a:t>to the unique needs of accounts </a:t>
            </a:r>
            <a:r>
              <a:rPr lang="en-US" dirty="0" smtClean="0"/>
              <a:t>and their </a:t>
            </a:r>
            <a:r>
              <a:rPr lang="en-US" dirty="0"/>
              <a:t>particular customers or situations.</a:t>
            </a:r>
          </a:p>
        </p:txBody>
      </p:sp>
    </p:spTree>
    <p:extLst>
      <p:ext uri="{BB962C8B-B14F-4D97-AF65-F5344CB8AC3E}">
        <p14:creationId xmlns:p14="http://schemas.microsoft.com/office/powerpoint/2010/main" val="488104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Determination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requirement is a condition that </a:t>
            </a:r>
            <a:r>
              <a:rPr lang="en-US" dirty="0" smtClean="0"/>
              <a:t>must be </a:t>
            </a:r>
            <a:r>
              <a:rPr lang="en-US" dirty="0"/>
              <a:t>met for your customers to find </a:t>
            </a:r>
            <a:r>
              <a:rPr lang="en-US" dirty="0" smtClean="0"/>
              <a:t>your product </a:t>
            </a:r>
            <a:r>
              <a:rPr lang="en-US" dirty="0"/>
              <a:t>or service acceptable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An expectation is a condition </a:t>
            </a:r>
            <a:r>
              <a:rPr lang="en-US" dirty="0" smtClean="0"/>
              <a:t>that must </a:t>
            </a:r>
            <a:r>
              <a:rPr lang="en-US" dirty="0"/>
              <a:t>be met for your customers to </a:t>
            </a:r>
            <a:r>
              <a:rPr lang="en-US" dirty="0" smtClean="0"/>
              <a:t>be completely </a:t>
            </a:r>
            <a:r>
              <a:rPr lang="en-US" dirty="0"/>
              <a:t>satisfied with your </a:t>
            </a:r>
            <a:r>
              <a:rPr lang="en-US" dirty="0" smtClean="0"/>
              <a:t>product or </a:t>
            </a:r>
            <a:r>
              <a:rPr lang="en-US" dirty="0"/>
              <a:t>service.</a:t>
            </a:r>
          </a:p>
        </p:txBody>
      </p:sp>
    </p:spTree>
    <p:extLst>
      <p:ext uri="{BB962C8B-B14F-4D97-AF65-F5344CB8AC3E}">
        <p14:creationId xmlns:p14="http://schemas.microsoft.com/office/powerpoint/2010/main" val="391517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Essential Characteristics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Requirements determination is </a:t>
            </a:r>
            <a:r>
              <a:rPr lang="en-US" dirty="0" smtClean="0"/>
              <a:t>evolutionary and </a:t>
            </a:r>
            <a:r>
              <a:rPr lang="en-US" dirty="0"/>
              <a:t>multi-leveled.</a:t>
            </a:r>
          </a:p>
          <a:p>
            <a:r>
              <a:rPr lang="en-US" dirty="0"/>
              <a:t> OBTAIN, UNDERSTAND, and VALIDATE </a:t>
            </a:r>
            <a:r>
              <a:rPr lang="en-US" dirty="0" smtClean="0"/>
              <a:t>are applied </a:t>
            </a:r>
            <a:r>
              <a:rPr lang="en-US" dirty="0"/>
              <a:t>repeatedly but are not </a:t>
            </a:r>
            <a:r>
              <a:rPr lang="en-US" dirty="0" smtClean="0"/>
              <a:t>necessarily performed </a:t>
            </a:r>
            <a:r>
              <a:rPr lang="en-US" dirty="0"/>
              <a:t>sequentially or in any </a:t>
            </a:r>
            <a:r>
              <a:rPr lang="en-US" dirty="0" smtClean="0"/>
              <a:t>other predictable </a:t>
            </a:r>
            <a:r>
              <a:rPr lang="en-US" dirty="0"/>
              <a:t>pattern.</a:t>
            </a:r>
          </a:p>
        </p:txBody>
      </p:sp>
    </p:spTree>
    <p:extLst>
      <p:ext uri="{BB962C8B-B14F-4D97-AF65-F5344CB8AC3E}">
        <p14:creationId xmlns:p14="http://schemas.microsoft.com/office/powerpoint/2010/main" val="2783888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Obtain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Collects the pieces of information </a:t>
            </a:r>
            <a:r>
              <a:rPr lang="en-US" dirty="0" smtClean="0"/>
              <a:t>from which </a:t>
            </a:r>
            <a:r>
              <a:rPr lang="en-US" dirty="0"/>
              <a:t>the customer’s requirements will </a:t>
            </a:r>
            <a:r>
              <a:rPr lang="en-US" dirty="0" smtClean="0"/>
              <a:t>be determined</a:t>
            </a:r>
          </a:p>
          <a:p>
            <a:r>
              <a:rPr lang="en-US" dirty="0"/>
              <a:t> Facilitation — A group meeting led by </a:t>
            </a:r>
            <a:r>
              <a:rPr lang="en-US" dirty="0" smtClean="0"/>
              <a:t>a neutral </a:t>
            </a:r>
            <a:r>
              <a:rPr lang="en-US" dirty="0"/>
              <a:t>session leader</a:t>
            </a:r>
          </a:p>
          <a:p>
            <a:r>
              <a:rPr lang="en-US" dirty="0"/>
              <a:t> Interviewing — Direct questioning of </a:t>
            </a:r>
            <a:r>
              <a:rPr lang="en-US" dirty="0" smtClean="0"/>
              <a:t>an individual </a:t>
            </a:r>
            <a:r>
              <a:rPr lang="en-US" dirty="0"/>
              <a:t>or a small group</a:t>
            </a:r>
          </a:p>
          <a:p>
            <a:r>
              <a:rPr lang="en-US" dirty="0"/>
              <a:t> Prototyping — Demonstrating a physical </a:t>
            </a:r>
            <a:r>
              <a:rPr lang="en-US" dirty="0" smtClean="0"/>
              <a:t>model of </a:t>
            </a:r>
            <a:r>
              <a:rPr lang="en-US" dirty="0"/>
              <a:t>a partial solution in order to stimulate </a:t>
            </a:r>
            <a:r>
              <a:rPr lang="en-US" dirty="0" smtClean="0"/>
              <a:t>new ideas</a:t>
            </a:r>
            <a:endParaRPr lang="en-US" dirty="0"/>
          </a:p>
          <a:p>
            <a:r>
              <a:rPr lang="en-US" dirty="0"/>
              <a:t> Observation — Watching the future users </a:t>
            </a:r>
            <a:r>
              <a:rPr lang="en-US" dirty="0" smtClean="0"/>
              <a:t>using their </a:t>
            </a:r>
            <a:r>
              <a:rPr lang="en-US" dirty="0"/>
              <a:t>current processes</a:t>
            </a:r>
          </a:p>
          <a:p>
            <a:r>
              <a:rPr lang="en-US" dirty="0"/>
              <a:t> Survey — A set of pre-determined questions</a:t>
            </a:r>
          </a:p>
        </p:txBody>
      </p:sp>
    </p:spTree>
    <p:extLst>
      <p:ext uri="{BB962C8B-B14F-4D97-AF65-F5344CB8AC3E}">
        <p14:creationId xmlns:p14="http://schemas.microsoft.com/office/powerpoint/2010/main" val="676700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Understand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Analyzes and grasps the implications of the customer’s requirements</a:t>
            </a:r>
          </a:p>
          <a:p>
            <a:r>
              <a:rPr lang="en-US" dirty="0" smtClean="0"/>
              <a:t>Modeling </a:t>
            </a:r>
            <a:r>
              <a:rPr lang="en-US" dirty="0"/>
              <a:t>— Abstract representations of </a:t>
            </a:r>
            <a:r>
              <a:rPr lang="en-US" dirty="0" smtClean="0"/>
              <a:t>data, processes</a:t>
            </a:r>
            <a:r>
              <a:rPr lang="en-US" dirty="0"/>
              <a:t>, or events</a:t>
            </a:r>
          </a:p>
          <a:p>
            <a:r>
              <a:rPr lang="en-US" dirty="0"/>
              <a:t> Facilitation — A group meeting led by </a:t>
            </a:r>
            <a:r>
              <a:rPr lang="en-US" dirty="0" smtClean="0"/>
              <a:t>a neutral </a:t>
            </a:r>
            <a:r>
              <a:rPr lang="en-US" dirty="0"/>
              <a:t>session leader</a:t>
            </a:r>
          </a:p>
          <a:p>
            <a:r>
              <a:rPr lang="en-US" dirty="0"/>
              <a:t> Quality Function Deployment — </a:t>
            </a:r>
            <a:r>
              <a:rPr lang="en-US" dirty="0" smtClean="0"/>
              <a:t>Matrix representation </a:t>
            </a:r>
            <a:r>
              <a:rPr lang="en-US" dirty="0"/>
              <a:t>of the “voice of the customer”</a:t>
            </a:r>
          </a:p>
        </p:txBody>
      </p:sp>
    </p:spTree>
    <p:extLst>
      <p:ext uri="{BB962C8B-B14F-4D97-AF65-F5344CB8AC3E}">
        <p14:creationId xmlns:p14="http://schemas.microsoft.com/office/powerpoint/2010/main" val="626318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Validate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Confirms a mutual understanding of </a:t>
            </a:r>
            <a:r>
              <a:rPr lang="en-US" dirty="0" smtClean="0"/>
              <a:t>the implications </a:t>
            </a:r>
            <a:r>
              <a:rPr lang="en-US" dirty="0"/>
              <a:t>of the requirements with </a:t>
            </a:r>
            <a:r>
              <a:rPr lang="en-US" dirty="0" smtClean="0"/>
              <a:t>the customer</a:t>
            </a:r>
          </a:p>
          <a:p>
            <a:r>
              <a:rPr lang="en-US" dirty="0"/>
              <a:t> Prototyping — Demonstrating a physical </a:t>
            </a:r>
            <a:r>
              <a:rPr lang="en-US" dirty="0" smtClean="0"/>
              <a:t>model of </a:t>
            </a:r>
            <a:r>
              <a:rPr lang="en-US" dirty="0"/>
              <a:t>a partial solution in order to </a:t>
            </a:r>
            <a:r>
              <a:rPr lang="en-US" dirty="0" smtClean="0"/>
              <a:t>validate concepts</a:t>
            </a:r>
            <a:endParaRPr lang="en-US" dirty="0"/>
          </a:p>
          <a:p>
            <a:r>
              <a:rPr lang="en-US" dirty="0"/>
              <a:t> Simulation — An animated model of a </a:t>
            </a:r>
            <a:r>
              <a:rPr lang="en-US" dirty="0" smtClean="0"/>
              <a:t>real world activity</a:t>
            </a:r>
            <a:endParaRPr lang="en-US" dirty="0"/>
          </a:p>
          <a:p>
            <a:r>
              <a:rPr lang="en-US" dirty="0"/>
              <a:t> N-Fold Structured Walk-Through — A set </a:t>
            </a:r>
            <a:r>
              <a:rPr lang="en-US" dirty="0" smtClean="0"/>
              <a:t>of formal </a:t>
            </a:r>
            <a:r>
              <a:rPr lang="en-US" dirty="0"/>
              <a:t>detailed peer reviews of </a:t>
            </a:r>
            <a:r>
              <a:rPr lang="en-US" dirty="0" smtClean="0"/>
              <a:t>the requirements</a:t>
            </a:r>
            <a:endParaRPr lang="en-US" dirty="0"/>
          </a:p>
          <a:p>
            <a:r>
              <a:rPr lang="en-US" dirty="0"/>
              <a:t> Usability Lab — Observation of future users </a:t>
            </a:r>
            <a:r>
              <a:rPr lang="en-US" dirty="0" smtClean="0"/>
              <a:t>to see </a:t>
            </a:r>
            <a:r>
              <a:rPr lang="en-US" dirty="0"/>
              <a:t>how they use a simulation or prototype</a:t>
            </a:r>
          </a:p>
        </p:txBody>
      </p:sp>
    </p:spTree>
    <p:extLst>
      <p:ext uri="{BB962C8B-B14F-4D97-AF65-F5344CB8AC3E}">
        <p14:creationId xmlns:p14="http://schemas.microsoft.com/office/powerpoint/2010/main" val="4119241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Assesses how well the RDP and </a:t>
            </a:r>
            <a:r>
              <a:rPr lang="en-US" dirty="0" smtClean="0"/>
              <a:t>your particular </a:t>
            </a:r>
            <a:r>
              <a:rPr lang="en-US" dirty="0"/>
              <a:t>execution of it </a:t>
            </a:r>
            <a:r>
              <a:rPr lang="en-US" dirty="0" smtClean="0"/>
              <a:t>worked</a:t>
            </a:r>
          </a:p>
          <a:p>
            <a:r>
              <a:rPr lang="en-US" dirty="0"/>
              <a:t>Two Perspectives</a:t>
            </a:r>
          </a:p>
          <a:p>
            <a:r>
              <a:rPr lang="en-US" dirty="0"/>
              <a:t>1. Implementation evaluation demonstrates </a:t>
            </a:r>
            <a:r>
              <a:rPr lang="en-US" dirty="0" smtClean="0"/>
              <a:t>your successful </a:t>
            </a:r>
            <a:r>
              <a:rPr lang="en-US" dirty="0"/>
              <a:t>implementation of the RDP </a:t>
            </a:r>
            <a:r>
              <a:rPr lang="en-US" dirty="0" smtClean="0"/>
              <a:t>and highlights </a:t>
            </a:r>
            <a:r>
              <a:rPr lang="en-US" dirty="0"/>
              <a:t>areas for improvement.</a:t>
            </a:r>
          </a:p>
          <a:p>
            <a:r>
              <a:rPr lang="en-US" dirty="0"/>
              <a:t>2. Process evaluation provides the basis </a:t>
            </a:r>
            <a:r>
              <a:rPr lang="en-US" dirty="0" smtClean="0"/>
              <a:t>for improvement </a:t>
            </a:r>
            <a:r>
              <a:rPr lang="en-US" dirty="0"/>
              <a:t>of the RDP itself.</a:t>
            </a:r>
          </a:p>
        </p:txBody>
      </p:sp>
    </p:spTree>
    <p:extLst>
      <p:ext uri="{BB962C8B-B14F-4D97-AF65-F5344CB8AC3E}">
        <p14:creationId xmlns:p14="http://schemas.microsoft.com/office/powerpoint/2010/main" val="2260092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Ending the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When is requirements determination </a:t>
            </a:r>
            <a:r>
              <a:rPr lang="en-US" dirty="0" smtClean="0"/>
              <a:t>finished? The </a:t>
            </a:r>
            <a:r>
              <a:rPr lang="en-US" dirty="0"/>
              <a:t>practical answer is NEVER! A decision </a:t>
            </a:r>
            <a:r>
              <a:rPr lang="en-US" dirty="0" smtClean="0"/>
              <a:t>to stop </a:t>
            </a:r>
            <a:r>
              <a:rPr lang="en-US" dirty="0"/>
              <a:t>may be made when everyone </a:t>
            </a:r>
            <a:r>
              <a:rPr lang="en-US" dirty="0" smtClean="0"/>
              <a:t>agrees, often </a:t>
            </a:r>
            <a:r>
              <a:rPr lang="en-US" dirty="0"/>
              <a:t>formally, that the requirements </a:t>
            </a:r>
            <a:r>
              <a:rPr lang="en-US" dirty="0" smtClean="0"/>
              <a:t>are sufficiently </a:t>
            </a:r>
            <a:r>
              <a:rPr lang="en-US" dirty="0"/>
              <a:t>stable and there is not </a:t>
            </a:r>
            <a:r>
              <a:rPr lang="en-US" dirty="0" smtClean="0"/>
              <a:t>enough value </a:t>
            </a:r>
            <a:r>
              <a:rPr lang="en-US" dirty="0"/>
              <a:t>in getting more detail or exploring </a:t>
            </a:r>
            <a:r>
              <a:rPr lang="en-US" dirty="0" smtClean="0"/>
              <a:t>more possibilities</a:t>
            </a:r>
            <a:r>
              <a:rPr lang="en-US" dirty="0"/>
              <a:t>. Therefore, stopping is all </a:t>
            </a:r>
            <a:r>
              <a:rPr lang="en-US" dirty="0" smtClean="0"/>
              <a:t>about change </a:t>
            </a:r>
            <a:r>
              <a:rPr lang="en-US" dirty="0"/>
              <a:t>control and measuring risk.</a:t>
            </a:r>
          </a:p>
        </p:txBody>
      </p:sp>
    </p:spTree>
    <p:extLst>
      <p:ext uri="{BB962C8B-B14F-4D97-AF65-F5344CB8AC3E}">
        <p14:creationId xmlns:p14="http://schemas.microsoft.com/office/powerpoint/2010/main" val="2775161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516</TotalTime>
  <Words>430</Words>
  <Application>Microsoft Office PowerPoint</Application>
  <PresentationFormat>Widescreen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Software Engineering</vt:lpstr>
      <vt:lpstr>Requirements Determination - Overview</vt:lpstr>
      <vt:lpstr>Requirements Determination - Overview</vt:lpstr>
      <vt:lpstr>Essential Characteristics</vt:lpstr>
      <vt:lpstr>Obtain</vt:lpstr>
      <vt:lpstr>Understand</vt:lpstr>
      <vt:lpstr>Validate</vt:lpstr>
      <vt:lpstr>Evaluate</vt:lpstr>
      <vt:lpstr>Ending the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Gabby</dc:creator>
  <cp:lastModifiedBy>lenovo</cp:lastModifiedBy>
  <cp:revision>36</cp:revision>
  <dcterms:created xsi:type="dcterms:W3CDTF">2016-06-21T23:41:49Z</dcterms:created>
  <dcterms:modified xsi:type="dcterms:W3CDTF">2020-07-11T05:46:29Z</dcterms:modified>
</cp:coreProperties>
</file>